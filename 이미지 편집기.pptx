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E65290-793F-49FC-AED4-1367A9B3E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E5F625-95A1-4ACB-939C-5CF48DC62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05CBFA-EAE1-4227-8914-E3DE392A2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89FE-9AAD-4F87-B6B1-D1554429C387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8A1192-91C2-4DA6-9465-4EC2396E5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94EA97-72DE-4E58-9D3D-A5BA8EA9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9418-4F73-4AAB-B43C-863DD9FE39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605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21049-B2CC-4C5E-B144-EF7E5FB76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D6603F-248A-40A4-A948-A8BC33667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49EBB6-C055-46B6-9911-9A6543DD5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89FE-9AAD-4F87-B6B1-D1554429C387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F8BFDF-14E6-431F-969C-C11589156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DD5C62-8E78-4299-AF74-3A242E0A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9418-4F73-4AAB-B43C-863DD9FE39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489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616D35-3DF1-4B2F-A532-685D3DBE0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AFC215-FF30-4380-8971-766DE2EA0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A28823-8FB4-49C1-A1EE-E97C2C0C8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89FE-9AAD-4F87-B6B1-D1554429C387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1DC6B5-922B-4C89-A5D3-3C770BD99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0D3534-3CF8-4FF3-ABEB-B06B9FA8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9418-4F73-4AAB-B43C-863DD9FE39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061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CA48F-4E16-40D9-AD33-B0AE4FFFD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9D8433-88B4-4B3C-8533-BEB988BFE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9C8620-7CDB-4B2D-AF56-FE9B52037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3638F9-52A3-4612-86A2-DF079B4C9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89FE-9AAD-4F87-B6B1-D1554429C387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8FBD1-8520-4F7B-8D67-FCF4C9DC0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009A4E-6EA8-4361-BA96-9CD6F53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9418-4F73-4AAB-B43C-863DD9FE39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847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B3E6B-1BA0-495C-B813-D20C3AD17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97A8B3-ED85-4F52-93C2-8C391D56C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555880-9289-412A-AF6B-5DF0EE7DC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EC96CAA-74E9-466E-8EA5-2A8289F155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0770225-C2E9-4746-AD2E-D1451B9614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97AC60B-4962-4461-8EA2-9E5FA2B94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89FE-9AAD-4F87-B6B1-D1554429C387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58AF9A9-F47A-4A11-A8C3-32D0B5107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3DD34A2-FC72-45BE-B38A-A89283B2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9418-4F73-4AAB-B43C-863DD9FE39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233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76436B-610D-43CE-BD9F-C09E2521B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E7D3317-4354-4579-883C-C792D86C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89FE-9AAD-4F87-B6B1-D1554429C387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8D83349-38D4-4267-9B63-CEBF620C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3CA000-BA10-429E-B54E-6DB1D86A2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9418-4F73-4AAB-B43C-863DD9FE39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357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8729C41-2AC9-4318-BF04-EC6274E6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89FE-9AAD-4F87-B6B1-D1554429C387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5FB9D9-11E3-45BB-AB86-C5F8A17F8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391D8C-BAA9-47B4-B3D3-B3C78C8AE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9418-4F73-4AAB-B43C-863DD9FE39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70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84D9D-F124-46D7-B0EB-F9CD16B1E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A7D3A7-8D98-43A5-B0EA-2E9085959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D196C0-0E00-4E59-BB4C-E489F7DFB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64A20E-8D9B-4E3B-948B-91CD79620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89FE-9AAD-4F87-B6B1-D1554429C387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749F49-E5B5-4D7D-93D2-5F4987CB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CE4A87-BCE1-4307-9B95-2D8E7E427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9418-4F73-4AAB-B43C-863DD9FE39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52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85DBE-2B96-45EA-A9DE-754BA1AD5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ACE8738-DD17-4AFF-BBE1-A9A59516C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C48A65-BAC6-49A7-AA84-B8D440373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BB2F75-A1D0-4A3F-86A7-5B5C967CE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89FE-9AAD-4F87-B6B1-D1554429C387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19C335-2926-46B5-9BA8-F9FC1D6EE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D475E8-059E-463A-B7FA-EABEE5238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9418-4F73-4AAB-B43C-863DD9FE39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866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09BFA-3AC7-4E5F-BA9B-6BE1C3681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86A1E3-E08A-446C-8A09-C6E5348A7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FC6E53-DBBD-42B3-BCDF-AADFE64AC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89FE-9AAD-4F87-B6B1-D1554429C387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8AD7AA-E67D-40CF-B390-5B7B4BF56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EBE5AA-8C04-45D5-B0F1-B9D49C19F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9418-4F73-4AAB-B43C-863DD9FE39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14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CE29F8-E421-42ED-81A3-B9DC1DA902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95129D-4A15-477A-8D7E-2EC2B0106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7492E1-C021-4542-ACEC-8450C7297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89FE-9AAD-4F87-B6B1-D1554429C387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41A40E-AF32-49E6-AAAF-8757E7689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7F1374-98C0-4EA5-B6DE-1C0F22187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9418-4F73-4AAB-B43C-863DD9FE39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33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D8466C-BA24-4556-9C84-384218FC1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AAE4D2-D3D9-4B98-A0A3-6EADB78D6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B64405-56A9-4F7E-9F5B-DECAE8E257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089FE-9AAD-4F87-B6B1-D1554429C387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A35BB5-BE17-4AD5-866A-662E092CE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F16A36-8F4B-4C00-A6B5-8A2943EC3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C9418-4F73-4AAB-B43C-863DD9FE39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187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E93CD42-04A6-49C2-993D-366780D13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062" y="0"/>
            <a:ext cx="8637875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E5640A0-8200-4E62-9811-9693CFF447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3" t="18444" r="70819" b="73111"/>
          <a:stretch/>
        </p:blipFill>
        <p:spPr>
          <a:xfrm>
            <a:off x="1981199" y="1546860"/>
            <a:ext cx="2316481" cy="57912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6D43F51-0689-4844-A590-8F697339D3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2" t="62111" r="72230" b="28111"/>
          <a:stretch/>
        </p:blipFill>
        <p:spPr>
          <a:xfrm>
            <a:off x="1859279" y="4533900"/>
            <a:ext cx="2316482" cy="67056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BC441B2-C9F8-4205-94DA-964C75151B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377" t="29222" r="-636" b="62556"/>
          <a:stretch/>
        </p:blipFill>
        <p:spPr>
          <a:xfrm>
            <a:off x="8115300" y="2270760"/>
            <a:ext cx="2354580" cy="56388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AD5F313-CC56-4A91-B2DA-9013B62BC2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741" t="86667"/>
          <a:stretch/>
        </p:blipFill>
        <p:spPr>
          <a:xfrm>
            <a:off x="8060357" y="6273205"/>
            <a:ext cx="235458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AFBCE7-F3D9-4A21-A04F-882AB87AF768}"/>
              </a:ext>
            </a:extLst>
          </p:cNvPr>
          <p:cNvSpPr txBox="1"/>
          <p:nvPr/>
        </p:nvSpPr>
        <p:spPr>
          <a:xfrm>
            <a:off x="2301239" y="912118"/>
            <a:ext cx="167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>
                <a:latin typeface="나눔바른펜OTF" panose="020B0503000000000000" pitchFamily="34" charset="-127"/>
                <a:ea typeface="나눔바른펜OTF" panose="020B0503000000000000" pitchFamily="34" charset="-127"/>
              </a:rPr>
              <a:t>교만한 눈</a:t>
            </a:r>
            <a:endParaRPr lang="en-US" altLang="ko-KR" sz="3000" b="1" dirty="0">
              <a:latin typeface="나눔바른펜OTF" panose="020B0503000000000000" pitchFamily="34" charset="-127"/>
              <a:ea typeface="나눔바른펜OTF" panose="020B0503000000000000" pitchFamily="34" charset="-127"/>
            </a:endParaRPr>
          </a:p>
          <a:p>
            <a:pPr algn="ctr"/>
            <a:r>
              <a:rPr lang="ko-KR" altLang="en-US" sz="3000" b="1" dirty="0">
                <a:latin typeface="나눔바른펜OTF" panose="020B0503000000000000" pitchFamily="34" charset="-127"/>
                <a:ea typeface="나눔바른펜OTF" panose="020B0503000000000000" pitchFamily="34" charset="-127"/>
              </a:rPr>
              <a:t>교활한 눈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0E034D-8715-4053-BA56-4311746A40BB}"/>
              </a:ext>
            </a:extLst>
          </p:cNvPr>
          <p:cNvSpPr txBox="1"/>
          <p:nvPr/>
        </p:nvSpPr>
        <p:spPr>
          <a:xfrm>
            <a:off x="2179320" y="3853517"/>
            <a:ext cx="1676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바른펜OTF" panose="020B0503000000000000" pitchFamily="34" charset="-127"/>
                <a:ea typeface="나눔바른펜OTF" panose="020B0503000000000000" pitchFamily="34" charset="-127"/>
              </a:rPr>
              <a:t>무죄한 자의 피를 </a:t>
            </a:r>
            <a:br>
              <a:rPr lang="en-US" altLang="ko-KR" sz="1600" b="1" dirty="0">
                <a:latin typeface="나눔바른펜OTF" panose="020B0503000000000000" pitchFamily="34" charset="-127"/>
                <a:ea typeface="나눔바른펜OTF" panose="020B0503000000000000" pitchFamily="34" charset="-127"/>
              </a:rPr>
            </a:br>
            <a:r>
              <a:rPr lang="ko-KR" altLang="en-US" sz="1600" b="1" dirty="0">
                <a:latin typeface="나눔바른펜OTF" panose="020B0503000000000000" pitchFamily="34" charset="-127"/>
                <a:ea typeface="나눔바른펜OTF" panose="020B0503000000000000" pitchFamily="34" charset="-127"/>
              </a:rPr>
              <a:t>흘리는 손</a:t>
            </a:r>
            <a:endParaRPr lang="en-US" altLang="ko-KR" sz="1600" b="1" dirty="0">
              <a:latin typeface="나눔바른펜OTF" panose="020B0503000000000000" pitchFamily="34" charset="-127"/>
              <a:ea typeface="나눔바른펜OTF" panose="020B0503000000000000" pitchFamily="34" charset="-127"/>
            </a:endParaRPr>
          </a:p>
          <a:p>
            <a:pPr algn="ctr"/>
            <a:r>
              <a:rPr lang="ko-KR" altLang="en-US" sz="1600" b="1" dirty="0">
                <a:latin typeface="나눔바른펜OTF" panose="020B0503000000000000" pitchFamily="34" charset="-127"/>
                <a:ea typeface="나눔바른펜OTF" panose="020B0503000000000000" pitchFamily="34" charset="-127"/>
              </a:rPr>
              <a:t>무죄한 자의 목숨을 위협하는 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D800B6-8B69-49A0-BACB-4700DF0E193D}"/>
              </a:ext>
            </a:extLst>
          </p:cNvPr>
          <p:cNvSpPr txBox="1"/>
          <p:nvPr/>
        </p:nvSpPr>
        <p:spPr>
          <a:xfrm>
            <a:off x="8454390" y="1651506"/>
            <a:ext cx="167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latin typeface="나눔바른펜OTF" panose="020B0503000000000000" pitchFamily="34" charset="-127"/>
                <a:ea typeface="나눔바른펜OTF" panose="020B0503000000000000" pitchFamily="34" charset="-127"/>
              </a:rPr>
              <a:t>질투하는 혀</a:t>
            </a:r>
            <a:endParaRPr lang="en-US" altLang="ko-KR" sz="2800" b="1" dirty="0">
              <a:latin typeface="나눔바른펜OTF" panose="020B0503000000000000" pitchFamily="34" charset="-127"/>
              <a:ea typeface="나눔바른펜OTF" panose="020B0503000000000000" pitchFamily="34" charset="-127"/>
            </a:endParaRPr>
          </a:p>
          <a:p>
            <a:pPr algn="ctr"/>
            <a:r>
              <a:rPr lang="ko-KR" altLang="en-US" sz="2800" b="1" dirty="0">
                <a:latin typeface="나눔바른펜OTF" panose="020B0503000000000000" pitchFamily="34" charset="-127"/>
                <a:ea typeface="나눔바른펜OTF" panose="020B0503000000000000" pitchFamily="34" charset="-127"/>
              </a:rPr>
              <a:t>거짓된 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12A0C5-8E84-4A00-91EF-7D66047A86CA}"/>
              </a:ext>
            </a:extLst>
          </p:cNvPr>
          <p:cNvSpPr txBox="1"/>
          <p:nvPr/>
        </p:nvSpPr>
        <p:spPr>
          <a:xfrm>
            <a:off x="8038163" y="5771813"/>
            <a:ext cx="2366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00" b="1" dirty="0">
                <a:latin typeface="나눔바른펜OTF" panose="020B0503000000000000" pitchFamily="34" charset="-127"/>
                <a:ea typeface="나눔바른펜OTF" panose="020B0503000000000000" pitchFamily="34" charset="-127"/>
              </a:rPr>
              <a:t>악으로 달려가는 발</a:t>
            </a:r>
            <a:endParaRPr lang="en-US" altLang="ko-KR" sz="2300" b="1" dirty="0">
              <a:latin typeface="나눔바른펜OTF" panose="020B0503000000000000" pitchFamily="34" charset="-127"/>
              <a:ea typeface="나눔바른펜OTF" panose="020B0503000000000000" pitchFamily="34" charset="-127"/>
            </a:endParaRPr>
          </a:p>
          <a:p>
            <a:pPr algn="ctr"/>
            <a:r>
              <a:rPr lang="ko-KR" altLang="en-US" sz="2300" b="1" dirty="0">
                <a:latin typeface="나눔바른펜OTF" panose="020B0503000000000000" pitchFamily="34" charset="-127"/>
                <a:ea typeface="나눔바른펜OTF" panose="020B0503000000000000" pitchFamily="34" charset="-127"/>
              </a:rPr>
              <a:t>죄로 달려가는 발</a:t>
            </a:r>
          </a:p>
        </p:txBody>
      </p:sp>
    </p:spTree>
    <p:extLst>
      <p:ext uri="{BB962C8B-B14F-4D97-AF65-F5344CB8AC3E}">
        <p14:creationId xmlns:p14="http://schemas.microsoft.com/office/powerpoint/2010/main" val="1802709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와이드스크린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나눔바른펜OTF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권혁준</dc:creator>
  <cp:lastModifiedBy>권혁준</cp:lastModifiedBy>
  <cp:revision>2</cp:revision>
  <dcterms:created xsi:type="dcterms:W3CDTF">2026-09-19T07:15:08Z</dcterms:created>
  <dcterms:modified xsi:type="dcterms:W3CDTF">2026-09-19T07:15:17Z</dcterms:modified>
</cp:coreProperties>
</file>